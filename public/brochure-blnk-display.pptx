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7475200" cy="9753600"/>
  <p:notesSz cx="9753600" cy="17475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02-3a12-8a24-8000-000011045ed9.png?kimi-sig=WOPktBlE1CKOEzVI4Ymlsq-KTD7udsPQrDKZX-umXWM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5fe-dd32-8c1d-8000-000018212819.png?kimi-sig=-TrMPJEWR1L7jbC2rDsDyM-4oquyPcIJHheneaKkAf8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15-9432-8e4f-8000-000016d69502.png?kimi-sig=V82RKn5szO0HN61LWN9tuUA0ihBqehLJ7Rw_AhHaEaI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25-f492-8224-8000-0000168ea539.png?kimi-sig=tNXrQpj7EPDmo9uzDA9B08ZWh5-Es7DK_ygAiD7mRbY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20-0c92-890b-8000-000059ac3860.png?kimi-sig=n6hRaOXVPx0K5SN76GgttrZnov1NDKjscGafzhxF6uk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4d-1b52-8251-8000-0000ffad9b6f.png?kimi-sig=OX-u0QGVzbfWNhb-NPLgN_ybWIOcP0yr6qpPqZrL7h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25-06f2-8d1f-8000-0000f2c1a4c4.png?kimi-sig=perJgasSFf2cCqvXuFmBWSh21pj6TwDaaUoGcWiLY1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0e-0a12-8c7c-8000-000026e92820.png?kimi-sig=uN99WA8jt3DqZZS4aoqChxErtSBfpKRvSv1ltt5WQnE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06-f702-8ed9-8000-0000519f68ab.png?kimi-sig=fyK7npRl6Fykgw8jP1ANLgQSJ_uXEX7ppbD4ndloyQ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61c-b152-8db9-8000-0000eea7a802.png?kimi-sig=fbkZWuL7ij8sqwuOeqLToXvQe-nAjKQ2yXnYXHacZd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d025f5-8022-8857-8000-0000dbc1e6ff.png?kimi-sig=ak4kJ_J562LqPHcz_QwWKG8jRnIks4YsShXidtyKfAM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BLNK DISPLAY - Pantallas LED Modulares Curvas</dc:title>
  <dc:subject>BLNK DISPLAY - Pantallas LED Modulares Curvas</dc:subject>
  <dc:creator>Kimi</dc:creator>
  <cp:lastModifiedBy>Kimi</cp:lastModifiedBy>
  <cp:revision>1</cp:revision>
  <dcterms:created xsi:type="dcterms:W3CDTF">2026-03-18T19:27:24Z</dcterms:created>
  <dcterms:modified xsi:type="dcterms:W3CDTF">2026-03-18T19:27:24Z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{"Label":"BLNK DISPLAY - Pantallas LED Modulares Curvas","ContentProducer":"001191110108MACG2KBH8F10000","ProduceID":"19d0264d-21c2-8ae0-8000-0000d2d35ef7","ReservedCode1":"","ContentPropagator":"001191110108MACG2KBH8F20000","PropagateID":"19d0264d-21c2-8ae0-8000-0000d2d35ef7","ReservedCode2":""}</vt:lpwstr>
  </property>
</Properties>
</file>